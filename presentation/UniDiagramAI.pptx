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57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E1348-25AE-F2E6-F871-411436AF3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73E7B9-2C55-F2C8-35D3-D9C37D54B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B35461-BC41-477A-78C1-B0B6316D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06E977-1FF0-ADFC-61D0-3AAE507F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E21E79-5CDD-2BC1-AFE5-E683EA72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32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5496D-E72B-FBF7-814E-C07486DC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AE6F5E-8085-AD41-CBD2-A072A65A3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48F0D0-0352-36B0-2C2F-C23610C8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73C14E-D0D8-ACDA-7212-643796E6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028A40-BEB3-F3B8-F306-4AA9EC6A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12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4D985-2532-FBE0-DB12-BAE8A391E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6C64AD-0419-3170-74C8-DD3BCE529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EA045F-F7F4-090B-7217-548BA417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3DE972-7036-2194-F681-E38E43F9A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4721A2-6BB1-FCC3-F2A7-5FF89DC2A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07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90207-2F97-C694-5583-22E56993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C75BD-5990-3972-F326-8D1FCE4C0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1D214C-A475-434B-E357-7A2C0D962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FAA1C6-4714-3B2F-BAFC-86554B69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15BA90-2F12-4C6D-15E4-1E612A9F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F097B7-4ACD-3F59-C8AC-6C96C05A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47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CE11A-E44F-12D4-8ADB-76147D719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E9218F-E9AA-DC1F-A624-809FFAC32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43F04C-165E-7A91-FF86-E3F78D949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49B902-4490-E447-F128-49CA4077A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0023220-DCA0-0368-ADDE-D5F7CBD74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76FC0BE-265F-B3EE-3D46-3176D36E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B412EC-1794-84EC-CE45-43C220F2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E0B8667-6AF4-A1D2-F2DC-1E7B3E1C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39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663117-38FB-32CC-004D-923FE5916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B875CE-59D1-7278-0DA3-F5172E17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F1D8FC-EB15-8582-56F2-7F40E1A0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2EB714-DA76-EA04-306A-54508070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37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FE9165-1A3B-8138-2EA2-EC8184D4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76C605-761B-ABF3-1FD5-F20BB33F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C690F9-1EB5-E7F6-A1DC-1F28C56E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75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148848-E81E-D68F-7903-5D05C11C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EED6EF-B99C-47EE-784B-C98B46304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F5F443-DDF3-BD4F-6EF3-48965CF58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37D82C-5212-813E-226E-9D562D9BC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95F1DC-09D0-33BE-CECB-AFEDAC89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730C71-A9AD-2867-87FE-403F771D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119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6163FA-A6C9-563A-477D-5E11F1C10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000D1CF-3F8A-5B34-2901-BC855FE8B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61C2F1-E667-4364-8213-39674CBC4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57F6AE-43DE-8015-86C2-C7C33A5E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4F396D-8BB5-1F10-6804-794E73D1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A0DCA5-7336-89AB-1233-013547CA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62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F8378-6990-CCAA-B759-E9A33A5FA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1F39C0-1EA7-A418-8716-6C3D238C5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7A7BA1-BF56-6103-E83B-3848D9F8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70431B-6063-2137-AD27-51FD0FD8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47C7CC-E10F-0384-2E47-E0E977DA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94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D31134E-3A03-5831-DA77-B942962E4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62BC97-EBB0-C75C-643D-0AF27887E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DCAD62-C274-5519-5723-83298D962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48C9FF-BB22-68B8-6286-44A788E8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89EBFF-5984-C452-C1B6-B071DEE2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07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49965-23C7-E6E0-19F1-1392C6B9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F37796-BDA1-2D68-E687-12BED72E0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308F6B-BB04-9341-F1DA-1DA1D5EF1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2CE77-A7E1-44A1-86B9-1A589F4C8286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F67C54-906D-97E4-17C7-D65044686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121637-9EC2-2B4E-D702-78D025230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7B7D5-A906-4930-B1C1-7D6485F64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0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B80B8D-15F5-7BAF-F374-C31259F54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2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EF2196-65F8-26FB-9685-181762277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970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E85675-7A7E-BA00-8D7F-E368A6E5D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8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C004E3-5D30-D0D6-3066-52504E00F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35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6C704D-4CF3-0ACD-3076-D44C45775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4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544F01-A6E7-EA62-4954-AEBB5FAA6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99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D1C33D-34FE-DCF8-6659-AE20A29D9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 descr="Изображение выглядит как человек, Человеческое лицо, одежда, пальт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B7D7ADA-A2E4-364E-27EE-A777862B1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67" y="1696177"/>
            <a:ext cx="1112380" cy="13611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02854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Vishnyakov</dc:creator>
  <cp:lastModifiedBy>Dan Vishnyakov</cp:lastModifiedBy>
  <cp:revision>1</cp:revision>
  <dcterms:created xsi:type="dcterms:W3CDTF">2026-03-24T08:43:44Z</dcterms:created>
  <dcterms:modified xsi:type="dcterms:W3CDTF">2026-03-24T09:00:16Z</dcterms:modified>
</cp:coreProperties>
</file>